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rdo" charset="1" panose="02020600000000000000"/>
      <p:regular r:id="rId17"/>
    </p:embeddedFont>
    <p:embeddedFont>
      <p:font typeface="Cardo Italics" charset="1" panose="02020600000000000000"/>
      <p:regular r:id="rId18"/>
    </p:embeddedFont>
    <p:embeddedFont>
      <p:font typeface="Cardo Bold" charset="1" panose="02020804080000020003"/>
      <p:regular r:id="rId19"/>
    </p:embeddedFont>
    <p:embeddedFont>
      <p:font typeface="Open Sans Bold" charset="1" panose="020B0806030504020204"/>
      <p:regular r:id="rId20"/>
    </p:embeddedFont>
    <p:embeddedFont>
      <p:font typeface="IM Fell Italics" charset="1" panose="02000000000000000000"/>
      <p:regular r:id="rId21"/>
    </p:embeddedFont>
    <p:embeddedFont>
      <p:font typeface="IM Fell" charset="1" panose="02000000000000000000"/>
      <p:regular r:id="rId22"/>
    </p:embeddedFont>
    <p:embeddedFont>
      <p:font typeface="Satisfy" charset="1" panose="02000000000000000000"/>
      <p:regular r:id="rId23"/>
    </p:embeddedFont>
    <p:embeddedFont>
      <p:font typeface="Biro Script Plus" charset="1" panose="03050500020000090003"/>
      <p:regular r:id="rId24"/>
    </p:embeddedFont>
    <p:embeddedFont>
      <p:font typeface="Open Sans" charset="1" panose="020B06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jpeg" Type="http://schemas.openxmlformats.org/officeDocument/2006/relationships/image"/><Relationship Id="rId7" Target="../media/image14.jpeg" Type="http://schemas.openxmlformats.org/officeDocument/2006/relationships/image"/><Relationship Id="rId8" Target="../media/image15.jpe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jpeg" Type="http://schemas.openxmlformats.org/officeDocument/2006/relationships/image"/><Relationship Id="rId4" Target="../media/image31.jpeg" Type="http://schemas.openxmlformats.org/officeDocument/2006/relationships/image"/><Relationship Id="rId5" Target="../media/image32.jpe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A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89133" y="0"/>
            <a:ext cx="6898867" cy="10287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43161" y="1161435"/>
            <a:ext cx="4929392" cy="8096865"/>
            <a:chOff x="0" y="0"/>
            <a:chExt cx="6572522" cy="10795819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23600" t="0" r="23600" b="0"/>
            <a:stretch>
              <a:fillRect/>
            </a:stretch>
          </p:blipFill>
          <p:spPr>
            <a:xfrm flipH="false" flipV="false">
              <a:off x="0" y="0"/>
              <a:ext cx="6572522" cy="10795819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675042" y="2459648"/>
            <a:ext cx="8685391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Corpo </a:t>
            </a:r>
          </a:p>
          <a:p>
            <a:pPr algn="just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&amp; mente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5042" y="6866174"/>
            <a:ext cx="821162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i="true">
                <a:solidFill>
                  <a:srgbClr val="FFFFFF"/>
                </a:solidFill>
                <a:latin typeface="Cardo Italics"/>
                <a:ea typeface="Cardo Italics"/>
                <a:cs typeface="Cardo Italics"/>
                <a:sym typeface="Cardo Italics"/>
              </a:rPr>
              <a:t>...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A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9650" y="1028700"/>
            <a:ext cx="9160206" cy="8229600"/>
          </a:xfrm>
          <a:custGeom>
            <a:avLst/>
            <a:gdLst/>
            <a:ahLst/>
            <a:cxnLst/>
            <a:rect r="r" b="b" t="t" l="l"/>
            <a:pathLst>
              <a:path h="8229600" w="9160206">
                <a:moveTo>
                  <a:pt x="0" y="0"/>
                </a:moveTo>
                <a:lnTo>
                  <a:pt x="9160206" y="0"/>
                </a:lnTo>
                <a:lnTo>
                  <a:pt x="91602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-18807" t="0" r="-33568" b="-1225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1562" y="2582850"/>
            <a:ext cx="10977357" cy="420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88961" indent="-644480" lvl="1">
              <a:lnSpc>
                <a:spcPts val="8358"/>
              </a:lnSpc>
              <a:buFont typeface="Arial"/>
              <a:buChar char="•"/>
            </a:pPr>
            <a:r>
              <a:rPr lang="en-US" b="true" sz="5970">
                <a:solidFill>
                  <a:srgbClr val="1E3950"/>
                </a:solidFill>
                <a:latin typeface="Cardo Bold"/>
                <a:ea typeface="Cardo Bold"/>
                <a:cs typeface="Cardo Bold"/>
                <a:sym typeface="Cardo Bold"/>
              </a:rPr>
              <a:t>Profundidade </a:t>
            </a:r>
          </a:p>
          <a:p>
            <a:pPr algn="l" marL="1288961" indent="-644480" lvl="1">
              <a:lnSpc>
                <a:spcPts val="8358"/>
              </a:lnSpc>
              <a:buFont typeface="Arial"/>
              <a:buChar char="•"/>
            </a:pPr>
            <a:r>
              <a:rPr lang="en-US" b="true" sz="5970">
                <a:solidFill>
                  <a:srgbClr val="1E3950"/>
                </a:solidFill>
                <a:latin typeface="Cardo Bold"/>
                <a:ea typeface="Cardo Bold"/>
                <a:cs typeface="Cardo Bold"/>
                <a:sym typeface="Cardo Bold"/>
              </a:rPr>
              <a:t>Curiosidade </a:t>
            </a:r>
          </a:p>
          <a:p>
            <a:pPr algn="l" marL="1288961" indent="-644480" lvl="1">
              <a:lnSpc>
                <a:spcPts val="8358"/>
              </a:lnSpc>
              <a:buFont typeface="Arial"/>
              <a:buChar char="•"/>
            </a:pPr>
            <a:r>
              <a:rPr lang="en-US" b="true" sz="5970">
                <a:solidFill>
                  <a:srgbClr val="1E3950"/>
                </a:solidFill>
                <a:latin typeface="Cardo Bold"/>
                <a:ea typeface="Cardo Bold"/>
                <a:cs typeface="Cardo Bold"/>
                <a:sym typeface="Cardo Bold"/>
              </a:rPr>
              <a:t>Dedicação </a:t>
            </a:r>
          </a:p>
          <a:p>
            <a:pPr algn="l" marL="1288961" indent="-644480" lvl="1">
              <a:lnSpc>
                <a:spcPts val="8358"/>
              </a:lnSpc>
              <a:buFont typeface="Arial"/>
              <a:buChar char="•"/>
            </a:pPr>
            <a:r>
              <a:rPr lang="en-US" b="true" sz="5970">
                <a:solidFill>
                  <a:srgbClr val="1E3950"/>
                </a:solidFill>
                <a:latin typeface="Cardo Bold"/>
                <a:ea typeface="Cardo Bold"/>
                <a:cs typeface="Cardo Bold"/>
                <a:sym typeface="Cardo Bold"/>
              </a:rPr>
              <a:t>Interesse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68098"/>
            <a:ext cx="6670131" cy="10355098"/>
          </a:xfrm>
          <a:prstGeom prst="rect">
            <a:avLst/>
          </a:prstGeom>
          <a:solidFill>
            <a:srgbClr val="86A8C5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040664" y="735330"/>
            <a:ext cx="621787" cy="586741"/>
          </a:xfrm>
          <a:custGeom>
            <a:avLst/>
            <a:gdLst/>
            <a:ahLst/>
            <a:cxnLst/>
            <a:rect r="r" b="b" t="t" l="l"/>
            <a:pathLst>
              <a:path h="586741" w="621787">
                <a:moveTo>
                  <a:pt x="0" y="0"/>
                </a:moveTo>
                <a:lnTo>
                  <a:pt x="621787" y="0"/>
                </a:lnTo>
                <a:lnTo>
                  <a:pt x="621787" y="586740"/>
                </a:lnTo>
                <a:lnTo>
                  <a:pt x="0" y="586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25503" y="1841158"/>
            <a:ext cx="1033685" cy="1373253"/>
          </a:xfrm>
          <a:custGeom>
            <a:avLst/>
            <a:gdLst/>
            <a:ahLst/>
            <a:cxnLst/>
            <a:rect r="r" b="b" t="t" l="l"/>
            <a:pathLst>
              <a:path h="1373253" w="1033685">
                <a:moveTo>
                  <a:pt x="0" y="0"/>
                </a:moveTo>
                <a:lnTo>
                  <a:pt x="1033685" y="0"/>
                </a:lnTo>
                <a:lnTo>
                  <a:pt x="1033685" y="1373253"/>
                </a:lnTo>
                <a:lnTo>
                  <a:pt x="0" y="1373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353721" y="3944716"/>
            <a:ext cx="1580557" cy="158055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8424" t="0" r="-3842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05251" y="5918129"/>
            <a:ext cx="1615261" cy="161526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6585" t="0" r="-1658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53744" y="5918129"/>
            <a:ext cx="1615261" cy="16152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40271" t="-15515" r="-50640" b="-27147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525462" y="3048000"/>
            <a:ext cx="3473878" cy="5740259"/>
          </a:xfrm>
          <a:custGeom>
            <a:avLst/>
            <a:gdLst/>
            <a:ahLst/>
            <a:cxnLst/>
            <a:rect r="r" b="b" t="t" l="l"/>
            <a:pathLst>
              <a:path h="5740259" w="3473878">
                <a:moveTo>
                  <a:pt x="0" y="0"/>
                </a:moveTo>
                <a:lnTo>
                  <a:pt x="3473878" y="0"/>
                </a:lnTo>
                <a:lnTo>
                  <a:pt x="3473878" y="5740259"/>
                </a:lnTo>
                <a:lnTo>
                  <a:pt x="0" y="57402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028700"/>
            <a:ext cx="4822911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9"/>
              </a:lnSpc>
            </a:pPr>
            <a:r>
              <a:rPr lang="en-US" sz="6675">
                <a:solidFill>
                  <a:srgbClr val="1E3950"/>
                </a:solidFill>
                <a:latin typeface="Cardo"/>
                <a:ea typeface="Cardo"/>
                <a:cs typeface="Cardo"/>
                <a:sym typeface="Cardo"/>
              </a:rPr>
              <a:t>Q</a:t>
            </a:r>
            <a:r>
              <a:rPr lang="en-US" sz="6675">
                <a:solidFill>
                  <a:srgbClr val="1E3950"/>
                </a:solidFill>
                <a:latin typeface="Cardo"/>
                <a:ea typeface="Cardo"/>
                <a:cs typeface="Cardo"/>
                <a:sym typeface="Cardo"/>
              </a:rPr>
              <a:t>uando começou?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33926" y="668655"/>
            <a:ext cx="4121100" cy="65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1E3950"/>
                </a:solidFill>
                <a:latin typeface="Cardo"/>
                <a:ea typeface="Cardo"/>
                <a:cs typeface="Cardo"/>
                <a:sym typeface="Cardo"/>
              </a:rPr>
              <a:t>2014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68098"/>
            <a:ext cx="6670131" cy="10355098"/>
          </a:xfrm>
          <a:prstGeom prst="rect">
            <a:avLst/>
          </a:prstGeom>
          <a:solidFill>
            <a:srgbClr val="86A8C5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6948004" y="747077"/>
            <a:ext cx="596888" cy="563245"/>
          </a:xfrm>
          <a:custGeom>
            <a:avLst/>
            <a:gdLst/>
            <a:ahLst/>
            <a:cxnLst/>
            <a:rect r="r" b="b" t="t" l="l"/>
            <a:pathLst>
              <a:path h="563245" w="596888">
                <a:moveTo>
                  <a:pt x="0" y="0"/>
                </a:moveTo>
                <a:lnTo>
                  <a:pt x="596888" y="0"/>
                </a:lnTo>
                <a:lnTo>
                  <a:pt x="596888" y="563246"/>
                </a:lnTo>
                <a:lnTo>
                  <a:pt x="0" y="563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48004" y="1540168"/>
            <a:ext cx="1110791" cy="1440884"/>
          </a:xfrm>
          <a:custGeom>
            <a:avLst/>
            <a:gdLst/>
            <a:ahLst/>
            <a:cxnLst/>
            <a:rect r="r" b="b" t="t" l="l"/>
            <a:pathLst>
              <a:path h="1440884" w="1110791">
                <a:moveTo>
                  <a:pt x="0" y="0"/>
                </a:moveTo>
                <a:lnTo>
                  <a:pt x="1110791" y="0"/>
                </a:lnTo>
                <a:lnTo>
                  <a:pt x="1110791" y="1440884"/>
                </a:lnTo>
                <a:lnTo>
                  <a:pt x="0" y="14408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46448" y="3469024"/>
            <a:ext cx="2195996" cy="219599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5000" t="0" r="-2500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12515" y="2877341"/>
            <a:ext cx="3208704" cy="32087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1989" t="0" r="-2198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406122" y="7777469"/>
            <a:ext cx="1480831" cy="14808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860" r="0" b="-3888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21220" y="6826460"/>
            <a:ext cx="1691424" cy="169142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34876" t="0" r="-34876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1028700"/>
            <a:ext cx="4822911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9"/>
              </a:lnSpc>
            </a:pPr>
            <a:r>
              <a:rPr lang="en-US" sz="6675">
                <a:solidFill>
                  <a:srgbClr val="1E3950"/>
                </a:solidFill>
                <a:latin typeface="Cardo"/>
                <a:ea typeface="Cardo"/>
                <a:cs typeface="Cardo"/>
                <a:sym typeface="Cardo"/>
              </a:rPr>
              <a:t>Q</a:t>
            </a:r>
            <a:r>
              <a:rPr lang="en-US" sz="6675">
                <a:solidFill>
                  <a:srgbClr val="1E3950"/>
                </a:solidFill>
                <a:latin typeface="Cardo"/>
                <a:ea typeface="Cardo"/>
                <a:cs typeface="Cardo"/>
                <a:sym typeface="Cardo"/>
              </a:rPr>
              <a:t>uando começou?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21117" y="680402"/>
            <a:ext cx="4121100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E3950"/>
                </a:solidFill>
                <a:latin typeface="Cardo"/>
                <a:ea typeface="Cardo"/>
                <a:cs typeface="Cardo"/>
                <a:sym typeface="Cardo"/>
              </a:rPr>
              <a:t>2018-2021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848" r="0" b="-2048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49746">
            <a:off x="261447" y="468915"/>
            <a:ext cx="2023126" cy="1213876"/>
          </a:xfrm>
          <a:custGeom>
            <a:avLst/>
            <a:gdLst/>
            <a:ahLst/>
            <a:cxnLst/>
            <a:rect r="r" b="b" t="t" l="l"/>
            <a:pathLst>
              <a:path h="1213876" w="2023126">
                <a:moveTo>
                  <a:pt x="0" y="0"/>
                </a:moveTo>
                <a:lnTo>
                  <a:pt x="2023126" y="0"/>
                </a:lnTo>
                <a:lnTo>
                  <a:pt x="2023126" y="1213876"/>
                </a:lnTo>
                <a:lnTo>
                  <a:pt x="0" y="1213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99" t="-1547" r="-2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66704">
            <a:off x="107699" y="94910"/>
            <a:ext cx="1842002" cy="1107504"/>
          </a:xfrm>
          <a:custGeom>
            <a:avLst/>
            <a:gdLst/>
            <a:ahLst/>
            <a:cxnLst/>
            <a:rect r="r" b="b" t="t" l="l"/>
            <a:pathLst>
              <a:path h="1107504" w="1842002">
                <a:moveTo>
                  <a:pt x="0" y="0"/>
                </a:moveTo>
                <a:lnTo>
                  <a:pt x="1842002" y="0"/>
                </a:lnTo>
                <a:lnTo>
                  <a:pt x="1842002" y="1107504"/>
                </a:lnTo>
                <a:lnTo>
                  <a:pt x="0" y="1107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A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941790" cy="6039547"/>
          </a:xfrm>
          <a:custGeom>
            <a:avLst/>
            <a:gdLst/>
            <a:ahLst/>
            <a:cxnLst/>
            <a:rect r="r" b="b" t="t" l="l"/>
            <a:pathLst>
              <a:path h="6039547" w="3941790">
                <a:moveTo>
                  <a:pt x="0" y="0"/>
                </a:moveTo>
                <a:lnTo>
                  <a:pt x="3941790" y="0"/>
                </a:lnTo>
                <a:lnTo>
                  <a:pt x="3941790" y="6039547"/>
                </a:lnTo>
                <a:lnTo>
                  <a:pt x="0" y="6039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57477" y="7001496"/>
            <a:ext cx="2786704" cy="3109294"/>
          </a:xfrm>
          <a:custGeom>
            <a:avLst/>
            <a:gdLst/>
            <a:ahLst/>
            <a:cxnLst/>
            <a:rect r="r" b="b" t="t" l="l"/>
            <a:pathLst>
              <a:path h="3109294" w="2786704">
                <a:moveTo>
                  <a:pt x="0" y="0"/>
                </a:moveTo>
                <a:lnTo>
                  <a:pt x="2786704" y="0"/>
                </a:lnTo>
                <a:lnTo>
                  <a:pt x="2786704" y="3109293"/>
                </a:lnTo>
                <a:lnTo>
                  <a:pt x="0" y="31092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70895" y="779495"/>
            <a:ext cx="14113762" cy="264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7"/>
              </a:lnSpc>
              <a:spcBef>
                <a:spcPct val="0"/>
              </a:spcBef>
            </a:pPr>
            <a:r>
              <a:rPr lang="en-US" sz="7569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Histórias de sabedoria para crianças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70895" y="3637086"/>
            <a:ext cx="12005053" cy="5200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9824" indent="-454912" lvl="1">
              <a:lnSpc>
                <a:spcPts val="5899"/>
              </a:lnSpc>
              <a:buAutoNum type="arabicPeriod" startAt="1"/>
            </a:pPr>
            <a:r>
              <a:rPr lang="en-US" b="true" sz="42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Eu arco-íris </a:t>
            </a:r>
          </a:p>
          <a:p>
            <a:pPr algn="l" marL="909824" indent="-454912" lvl="1">
              <a:lnSpc>
                <a:spcPts val="5899"/>
              </a:lnSpc>
              <a:buAutoNum type="arabicPeriod" startAt="1"/>
            </a:pPr>
            <a:r>
              <a:rPr lang="en-US" b="true" sz="42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nota 10 </a:t>
            </a:r>
          </a:p>
          <a:p>
            <a:pPr algn="l" marL="909824" indent="-454912" lvl="1">
              <a:lnSpc>
                <a:spcPts val="5899"/>
              </a:lnSpc>
              <a:buAutoNum type="arabicPeriod" startAt="1"/>
            </a:pPr>
            <a:r>
              <a:rPr lang="en-US" b="true" sz="42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 amo para sempre, pretinho </a:t>
            </a:r>
          </a:p>
          <a:p>
            <a:pPr algn="l" marL="909824" indent="-454912" lvl="1">
              <a:lnSpc>
                <a:spcPts val="5899"/>
              </a:lnSpc>
              <a:buAutoNum type="arabicPeriod" startAt="1"/>
            </a:pPr>
            <a:r>
              <a:rPr lang="en-US" b="true" sz="42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jardim do amor </a:t>
            </a:r>
          </a:p>
          <a:p>
            <a:pPr algn="l" marL="909824" indent="-454912" lvl="1">
              <a:lnSpc>
                <a:spcPts val="5899"/>
              </a:lnSpc>
              <a:buAutoNum type="arabicPeriod" startAt="1"/>
            </a:pPr>
            <a:r>
              <a:rPr lang="en-US" b="true" sz="42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super super poder </a:t>
            </a:r>
          </a:p>
          <a:p>
            <a:pPr algn="l" marL="909824" indent="-454912" lvl="1">
              <a:lnSpc>
                <a:spcPts val="5899"/>
              </a:lnSpc>
              <a:buAutoNum type="arabicPeriod" startAt="1"/>
            </a:pPr>
            <a:r>
              <a:rPr lang="en-US" b="true" sz="42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 dados </a:t>
            </a:r>
          </a:p>
          <a:p>
            <a:pPr algn="l" marL="909824" indent="-454912" lvl="1">
              <a:lnSpc>
                <a:spcPts val="5899"/>
              </a:lnSpc>
              <a:buAutoNum type="arabicPeriod" startAt="1"/>
            </a:pPr>
            <a:r>
              <a:rPr lang="en-US" b="true" sz="421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 peixinhos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A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28731" y="0"/>
            <a:ext cx="5482045" cy="10308520"/>
          </a:xfrm>
          <a:custGeom>
            <a:avLst/>
            <a:gdLst/>
            <a:ahLst/>
            <a:cxnLst/>
            <a:rect r="r" b="b" t="t" l="l"/>
            <a:pathLst>
              <a:path h="10308520" w="5482045">
                <a:moveTo>
                  <a:pt x="0" y="0"/>
                </a:moveTo>
                <a:lnTo>
                  <a:pt x="5482045" y="0"/>
                </a:lnTo>
                <a:lnTo>
                  <a:pt x="5482045" y="10308520"/>
                </a:lnTo>
                <a:lnTo>
                  <a:pt x="0" y="10308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798" t="0" r="-8226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701" y="4178106"/>
            <a:ext cx="9467079" cy="55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9976" indent="-479988" lvl="1">
              <a:lnSpc>
                <a:spcPts val="6224"/>
              </a:lnSpc>
              <a:buFont typeface="Arial"/>
              <a:buChar char="•"/>
            </a:pPr>
            <a:r>
              <a:rPr lang="en-US" b="true" sz="44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Delimitar tema </a:t>
            </a:r>
          </a:p>
          <a:p>
            <a:pPr algn="l" marL="959976" indent="-479988" lvl="1">
              <a:lnSpc>
                <a:spcPts val="6224"/>
              </a:lnSpc>
              <a:buFont typeface="Arial"/>
              <a:buChar char="•"/>
            </a:pPr>
            <a:r>
              <a:rPr lang="en-US" b="true" sz="44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Cortar ideias que gostei muito</a:t>
            </a:r>
          </a:p>
          <a:p>
            <a:pPr algn="l" marL="959976" indent="-479988" lvl="1">
              <a:lnSpc>
                <a:spcPts val="6224"/>
              </a:lnSpc>
              <a:buFont typeface="Arial"/>
              <a:buChar char="•"/>
            </a:pPr>
            <a:r>
              <a:rPr lang="en-US" b="true" sz="44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Trabalhar cansada </a:t>
            </a:r>
          </a:p>
          <a:p>
            <a:pPr algn="l" marL="959976" indent="-479988" lvl="1">
              <a:lnSpc>
                <a:spcPts val="6224"/>
              </a:lnSpc>
              <a:buFont typeface="Arial"/>
              <a:buChar char="•"/>
            </a:pPr>
            <a:r>
              <a:rPr lang="en-US" b="true" sz="44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Estragar tudo </a:t>
            </a:r>
          </a:p>
          <a:p>
            <a:pPr algn="l" marL="959976" indent="-479988" lvl="1">
              <a:lnSpc>
                <a:spcPts val="6224"/>
              </a:lnSpc>
              <a:buFont typeface="Arial"/>
              <a:buChar char="•"/>
            </a:pPr>
            <a:r>
              <a:rPr lang="en-US" b="true" sz="44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Frustação </a:t>
            </a:r>
          </a:p>
          <a:p>
            <a:pPr algn="l" marL="959976" indent="-479988" lvl="1">
              <a:lnSpc>
                <a:spcPts val="6224"/>
              </a:lnSpc>
              <a:buFont typeface="Arial"/>
              <a:buChar char="•"/>
            </a:pPr>
            <a:r>
              <a:rPr lang="en-US" b="true" sz="444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Recomeçar ...</a:t>
            </a:r>
          </a:p>
          <a:p>
            <a:pPr algn="just">
              <a:lnSpc>
                <a:spcPts val="6224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1570879" y="452054"/>
            <a:ext cx="8468486" cy="3565158"/>
            <a:chOff x="0" y="0"/>
            <a:chExt cx="11291314" cy="475354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54044"/>
              <a:ext cx="11291314" cy="1866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73"/>
                </a:lnSpc>
              </a:pPr>
              <a:r>
                <a:rPr lang="en-US" sz="9018" i="true">
                  <a:solidFill>
                    <a:srgbClr val="000000"/>
                  </a:solidFill>
                  <a:latin typeface="IM Fell Italics"/>
                  <a:ea typeface="IM Fell Italics"/>
                  <a:cs typeface="IM Fell Italics"/>
                  <a:sym typeface="IM Fell Italics"/>
                </a:rPr>
                <a:t>Desafios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0451" y="670978"/>
              <a:ext cx="11260863" cy="63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7"/>
                </a:lnSpc>
              </a:pPr>
              <a:r>
                <a:rPr lang="en-US" sz="3182">
                  <a:solidFill>
                    <a:srgbClr val="000000"/>
                  </a:solidFill>
                  <a:latin typeface="IM Fell"/>
                  <a:ea typeface="IM Fell"/>
                  <a:cs typeface="IM Fell"/>
                  <a:sym typeface="IM Fell"/>
                </a:rPr>
                <a:t>desafios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119338"/>
              <a:ext cx="11291314" cy="63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7"/>
                </a:lnSpc>
              </a:pPr>
              <a:r>
                <a:rPr lang="en-US" sz="3182">
                  <a:solidFill>
                    <a:srgbClr val="000000"/>
                  </a:solidFill>
                  <a:latin typeface="IM Fell"/>
                  <a:ea typeface="IM Fell"/>
                  <a:cs typeface="IM Fell"/>
                  <a:sym typeface="IM Fell"/>
                </a:rPr>
                <a:t>desafios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0451" y="-9525"/>
              <a:ext cx="11260863" cy="390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72"/>
                </a:lnSpc>
              </a:pPr>
              <a:r>
                <a:rPr lang="en-US" sz="1909" spc="160">
                  <a:solidFill>
                    <a:srgbClr val="000000"/>
                  </a:solidFill>
                  <a:latin typeface="IM Fell"/>
                  <a:ea typeface="IM Fell"/>
                  <a:cs typeface="IM Fell"/>
                  <a:sym typeface="IM Fell"/>
                </a:rPr>
                <a:t>DESAFIOS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350" y="609710"/>
            <a:ext cx="17259300" cy="8648590"/>
          </a:xfrm>
          <a:custGeom>
            <a:avLst/>
            <a:gdLst/>
            <a:ahLst/>
            <a:cxnLst/>
            <a:rect r="r" b="b" t="t" l="l"/>
            <a:pathLst>
              <a:path h="8648590" w="17259300">
                <a:moveTo>
                  <a:pt x="0" y="0"/>
                </a:moveTo>
                <a:lnTo>
                  <a:pt x="17259300" y="0"/>
                </a:lnTo>
                <a:lnTo>
                  <a:pt x="17259300" y="8648590"/>
                </a:lnTo>
                <a:lnTo>
                  <a:pt x="0" y="8648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35" r="-14121" b="-38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51242" y="6383975"/>
            <a:ext cx="4035083" cy="3903025"/>
          </a:xfrm>
          <a:custGeom>
            <a:avLst/>
            <a:gdLst/>
            <a:ahLst/>
            <a:cxnLst/>
            <a:rect r="r" b="b" t="t" l="l"/>
            <a:pathLst>
              <a:path h="3903025" w="4035083">
                <a:moveTo>
                  <a:pt x="0" y="0"/>
                </a:moveTo>
                <a:lnTo>
                  <a:pt x="4035083" y="0"/>
                </a:lnTo>
                <a:lnTo>
                  <a:pt x="4035083" y="3903025"/>
                </a:lnTo>
                <a:lnTo>
                  <a:pt x="0" y="3903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792551">
            <a:off x="-1064126" y="7321132"/>
            <a:ext cx="4460850" cy="1882827"/>
            <a:chOff x="0" y="0"/>
            <a:chExt cx="5947800" cy="25104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918654"/>
              <a:ext cx="5947800" cy="991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8"/>
                </a:lnSpc>
              </a:pPr>
              <a:r>
                <a:rPr lang="en-US" sz="4750" i="true">
                  <a:solidFill>
                    <a:srgbClr val="000000"/>
                  </a:solidFill>
                  <a:latin typeface="IM Fell Italics"/>
                  <a:ea typeface="IM Fell Italics"/>
                  <a:cs typeface="IM Fell Italics"/>
                  <a:sym typeface="IM Fell Italics"/>
                </a:rPr>
                <a:t>deu certo :)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6041" y="363039"/>
              <a:ext cx="5931760" cy="327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en-US" sz="1676">
                  <a:solidFill>
                    <a:srgbClr val="1E3950"/>
                  </a:solidFill>
                  <a:latin typeface="IM Fell"/>
                  <a:ea typeface="IM Fell"/>
                  <a:cs typeface="IM Fell"/>
                  <a:sym typeface="IM Fell"/>
                </a:rPr>
                <a:t>deu certo :)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82757"/>
              <a:ext cx="5947800" cy="327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en-US" sz="1676">
                  <a:solidFill>
                    <a:srgbClr val="1E3950"/>
                  </a:solidFill>
                  <a:latin typeface="IM Fell"/>
                  <a:ea typeface="IM Fell"/>
                  <a:cs typeface="IM Fell"/>
                  <a:sym typeface="IM Fell"/>
                </a:rPr>
                <a:t>deu certo :)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41" y="9525"/>
              <a:ext cx="5931760" cy="190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97"/>
                </a:lnSpc>
              </a:pPr>
              <a:r>
                <a:rPr lang="en-US" sz="1005" spc="84">
                  <a:solidFill>
                    <a:srgbClr val="1E3950"/>
                  </a:solidFill>
                  <a:latin typeface="IM Fell"/>
                  <a:ea typeface="IM Fell"/>
                  <a:cs typeface="IM Fell"/>
                  <a:sym typeface="IM Fell"/>
                </a:rPr>
                <a:t>EST. 2026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A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5008" y="2641142"/>
            <a:ext cx="3484803" cy="348480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1097" y="0"/>
                  </a:moveTo>
                  <a:lnTo>
                    <a:pt x="761703" y="0"/>
                  </a:lnTo>
                  <a:cubicBezTo>
                    <a:pt x="789923" y="0"/>
                    <a:pt x="812800" y="22877"/>
                    <a:pt x="812800" y="51097"/>
                  </a:cubicBezTo>
                  <a:lnTo>
                    <a:pt x="812800" y="761703"/>
                  </a:lnTo>
                  <a:cubicBezTo>
                    <a:pt x="812800" y="789923"/>
                    <a:pt x="789923" y="812800"/>
                    <a:pt x="761703" y="812800"/>
                  </a:cubicBezTo>
                  <a:lnTo>
                    <a:pt x="51097" y="812800"/>
                  </a:lnTo>
                  <a:cubicBezTo>
                    <a:pt x="22877" y="812800"/>
                    <a:pt x="0" y="789923"/>
                    <a:pt x="0" y="761703"/>
                  </a:cubicBezTo>
                  <a:lnTo>
                    <a:pt x="0" y="51097"/>
                  </a:lnTo>
                  <a:cubicBezTo>
                    <a:pt x="0" y="22877"/>
                    <a:pt x="22877" y="0"/>
                    <a:pt x="5109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747" r="0" b="-1674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43831" y="1019175"/>
            <a:ext cx="10057219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Não conseguiria sem vocês </a:t>
            </a:r>
          </a:p>
          <a:p>
            <a:pPr algn="l" marL="0" indent="0" lvl="0">
              <a:lnSpc>
                <a:spcPts val="720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6286984" y="2641142"/>
            <a:ext cx="3484803" cy="348480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1097" y="0"/>
                  </a:moveTo>
                  <a:lnTo>
                    <a:pt x="761703" y="0"/>
                  </a:lnTo>
                  <a:cubicBezTo>
                    <a:pt x="789923" y="0"/>
                    <a:pt x="812800" y="22877"/>
                    <a:pt x="812800" y="51097"/>
                  </a:cubicBezTo>
                  <a:lnTo>
                    <a:pt x="812800" y="761703"/>
                  </a:lnTo>
                  <a:cubicBezTo>
                    <a:pt x="812800" y="789923"/>
                    <a:pt x="789923" y="812800"/>
                    <a:pt x="761703" y="812800"/>
                  </a:cubicBezTo>
                  <a:lnTo>
                    <a:pt x="51097" y="812800"/>
                  </a:lnTo>
                  <a:cubicBezTo>
                    <a:pt x="22877" y="812800"/>
                    <a:pt x="0" y="789923"/>
                    <a:pt x="0" y="761703"/>
                  </a:cubicBezTo>
                  <a:lnTo>
                    <a:pt x="0" y="51097"/>
                  </a:lnTo>
                  <a:cubicBezTo>
                    <a:pt x="0" y="22877"/>
                    <a:pt x="22877" y="0"/>
                    <a:pt x="5109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7507" r="0" b="-6048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43831" y="6357432"/>
            <a:ext cx="3645980" cy="36459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8838" y="0"/>
                  </a:moveTo>
                  <a:lnTo>
                    <a:pt x="763962" y="0"/>
                  </a:lnTo>
                  <a:cubicBezTo>
                    <a:pt x="790934" y="0"/>
                    <a:pt x="812800" y="21866"/>
                    <a:pt x="812800" y="48838"/>
                  </a:cubicBezTo>
                  <a:lnTo>
                    <a:pt x="812800" y="763962"/>
                  </a:lnTo>
                  <a:cubicBezTo>
                    <a:pt x="812800" y="790934"/>
                    <a:pt x="790934" y="812800"/>
                    <a:pt x="763962" y="812800"/>
                  </a:cubicBezTo>
                  <a:lnTo>
                    <a:pt x="48838" y="812800"/>
                  </a:lnTo>
                  <a:cubicBezTo>
                    <a:pt x="21866" y="812800"/>
                    <a:pt x="0" y="790934"/>
                    <a:pt x="0" y="763962"/>
                  </a:cubicBezTo>
                  <a:lnTo>
                    <a:pt x="0" y="48838"/>
                  </a:lnTo>
                  <a:cubicBezTo>
                    <a:pt x="0" y="21866"/>
                    <a:pt x="21866" y="0"/>
                    <a:pt x="488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500" r="0" b="-125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86984" y="6357432"/>
            <a:ext cx="3645980" cy="36459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8838" y="0"/>
                  </a:moveTo>
                  <a:lnTo>
                    <a:pt x="763962" y="0"/>
                  </a:lnTo>
                  <a:cubicBezTo>
                    <a:pt x="790934" y="0"/>
                    <a:pt x="812800" y="21866"/>
                    <a:pt x="812800" y="48838"/>
                  </a:cubicBezTo>
                  <a:lnTo>
                    <a:pt x="812800" y="763962"/>
                  </a:lnTo>
                  <a:cubicBezTo>
                    <a:pt x="812800" y="790934"/>
                    <a:pt x="790934" y="812800"/>
                    <a:pt x="763962" y="812800"/>
                  </a:cubicBezTo>
                  <a:lnTo>
                    <a:pt x="48838" y="812800"/>
                  </a:lnTo>
                  <a:cubicBezTo>
                    <a:pt x="21866" y="812800"/>
                    <a:pt x="0" y="790934"/>
                    <a:pt x="0" y="763962"/>
                  </a:cubicBezTo>
                  <a:lnTo>
                    <a:pt x="0" y="48838"/>
                  </a:lnTo>
                  <a:cubicBezTo>
                    <a:pt x="0" y="21866"/>
                    <a:pt x="21866" y="0"/>
                    <a:pt x="4883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449" r="0" b="-271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610403">
            <a:off x="11851076" y="6384213"/>
            <a:ext cx="6264862" cy="2631618"/>
            <a:chOff x="0" y="0"/>
            <a:chExt cx="8353149" cy="3508824"/>
          </a:xfrm>
        </p:grpSpPr>
        <p:sp>
          <p:nvSpPr>
            <p:cNvPr name="TextBox 12" id="12"/>
            <p:cNvSpPr txBox="true"/>
            <p:nvPr/>
          </p:nvSpPr>
          <p:spPr>
            <a:xfrm rot="-198920">
              <a:off x="34617" y="388498"/>
              <a:ext cx="6887806" cy="1015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8"/>
                </a:lnSpc>
              </a:pPr>
              <a:r>
                <a:rPr lang="en-US" sz="5939">
                  <a:solidFill>
                    <a:srgbClr val="1E3950"/>
                  </a:solidFill>
                  <a:latin typeface="Satisfy"/>
                  <a:ea typeface="Satisfy"/>
                  <a:cs typeface="Satisfy"/>
                  <a:sym typeface="Satisfy"/>
                </a:rPr>
                <a:t>muito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-398401">
              <a:off x="86603" y="1600358"/>
              <a:ext cx="8210913" cy="1438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05"/>
                </a:lnSpc>
              </a:pPr>
              <a:r>
                <a:rPr lang="en-US" sz="8359">
                  <a:solidFill>
                    <a:srgbClr val="1E3950"/>
                  </a:solidFill>
                  <a:latin typeface="Biro Script Plus"/>
                  <a:ea typeface="Biro Script Plus"/>
                  <a:cs typeface="Biro Script Plus"/>
                  <a:sym typeface="Biro Script Plus"/>
                </a:rPr>
                <a:t>obrigada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997592" y="4733477"/>
            <a:ext cx="3985915" cy="77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2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Meus professores, monitores  </a:t>
            </a:r>
          </a:p>
          <a:p>
            <a:pPr algn="l">
              <a:lnSpc>
                <a:spcPts val="3100"/>
              </a:lnSpc>
            </a:pPr>
            <a:r>
              <a:rPr lang="en-US" sz="22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&amp; meus colegas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340396" y="1324980"/>
            <a:ext cx="655041" cy="618120"/>
          </a:xfrm>
          <a:custGeom>
            <a:avLst/>
            <a:gdLst/>
            <a:ahLst/>
            <a:cxnLst/>
            <a:rect r="r" b="b" t="t" l="l"/>
            <a:pathLst>
              <a:path h="618120" w="655041">
                <a:moveTo>
                  <a:pt x="0" y="0"/>
                </a:moveTo>
                <a:lnTo>
                  <a:pt x="655041" y="0"/>
                </a:lnTo>
                <a:lnTo>
                  <a:pt x="655041" y="618120"/>
                </a:lnTo>
                <a:lnTo>
                  <a:pt x="0" y="618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5400000">
            <a:off x="-4736081" y="5500375"/>
            <a:ext cx="11599408" cy="1727811"/>
            <a:chOff x="0" y="0"/>
            <a:chExt cx="15465877" cy="230374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783053"/>
              <a:ext cx="15465877" cy="979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51"/>
                </a:lnSpc>
              </a:pPr>
              <a:r>
                <a:rPr lang="en-US" sz="4681" i="true">
                  <a:solidFill>
                    <a:srgbClr val="000000">
                      <a:alpha val="51765"/>
                    </a:srgbClr>
                  </a:solidFill>
                  <a:latin typeface="IM Fell Italics"/>
                  <a:ea typeface="IM Fell Italics"/>
                  <a:cs typeface="IM Fell Italics"/>
                  <a:sym typeface="IM Fell Italics"/>
                </a:rPr>
                <a:t>obrigada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1710" y="277738"/>
              <a:ext cx="15424167" cy="243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7"/>
                </a:lnSpc>
              </a:pPr>
              <a:r>
                <a:rPr lang="en-US" sz="1199">
                  <a:solidFill>
                    <a:srgbClr val="000000">
                      <a:alpha val="51765"/>
                    </a:srgbClr>
                  </a:solidFill>
                  <a:latin typeface="IM Fell"/>
                  <a:ea typeface="IM Fell"/>
                  <a:cs typeface="IM Fell"/>
                  <a:sym typeface="IM Fell"/>
                </a:rPr>
                <a:t>obrigada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2060418"/>
              <a:ext cx="15465877" cy="243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7"/>
                </a:lnSpc>
              </a:pPr>
              <a:r>
                <a:rPr lang="en-US" sz="1199">
                  <a:solidFill>
                    <a:srgbClr val="000000">
                      <a:alpha val="51765"/>
                    </a:srgbClr>
                  </a:solidFill>
                  <a:latin typeface="IM Fell"/>
                  <a:ea typeface="IM Fell"/>
                  <a:cs typeface="IM Fell"/>
                  <a:sym typeface="IM Fell"/>
                </a:rPr>
                <a:t>obrigada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1710" y="-9525"/>
              <a:ext cx="15424167" cy="113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"/>
                </a:lnSpc>
              </a:pPr>
              <a:r>
                <a:rPr lang="en-US" sz="524" spc="44">
                  <a:solidFill>
                    <a:srgbClr val="000000">
                      <a:alpha val="51765"/>
                    </a:srgbClr>
                  </a:solidFill>
                  <a:latin typeface="IM Fell"/>
                  <a:ea typeface="IM Fell"/>
                  <a:cs typeface="IM Fell"/>
                  <a:sym typeface="IM Fell"/>
                </a:rPr>
                <a:t>OBRIGADA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A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4956" y="0"/>
            <a:ext cx="8457741" cy="10287000"/>
          </a:xfrm>
          <a:custGeom>
            <a:avLst/>
            <a:gdLst/>
            <a:ahLst/>
            <a:cxnLst/>
            <a:rect r="r" b="b" t="t" l="l"/>
            <a:pathLst>
              <a:path h="10287000" w="8457741">
                <a:moveTo>
                  <a:pt x="0" y="0"/>
                </a:moveTo>
                <a:lnTo>
                  <a:pt x="8457741" y="0"/>
                </a:lnTo>
                <a:lnTo>
                  <a:pt x="84577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 l="-64048" t="0" r="-1822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18123"/>
            <a:ext cx="6758066" cy="579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81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“Como as estrelas, a escuridão, uma lâmpada,</a:t>
            </a:r>
          </a:p>
          <a:p>
            <a:pPr algn="l">
              <a:lnSpc>
                <a:spcPts val="4572"/>
              </a:lnSpc>
            </a:pPr>
            <a:r>
              <a:rPr lang="en-US" sz="381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um fantasma, o orvalho, uma bolha.</a:t>
            </a:r>
          </a:p>
          <a:p>
            <a:pPr algn="l">
              <a:lnSpc>
                <a:spcPts val="4572"/>
              </a:lnSpc>
            </a:pPr>
          </a:p>
          <a:p>
            <a:pPr algn="l">
              <a:lnSpc>
                <a:spcPts val="4572"/>
              </a:lnSpc>
            </a:pPr>
            <a:r>
              <a:rPr lang="en-US" sz="381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Como um sonho, um relâmpago, uma nuvem.</a:t>
            </a:r>
          </a:p>
          <a:p>
            <a:pPr algn="l">
              <a:lnSpc>
                <a:spcPts val="4572"/>
              </a:lnSpc>
            </a:pPr>
            <a:r>
              <a:rPr lang="en-US" sz="381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Assim devemos considerar o mundo.”</a:t>
            </a:r>
          </a:p>
          <a:p>
            <a:pPr algn="l">
              <a:lnSpc>
                <a:spcPts val="457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114301"/>
            <a:ext cx="3679997" cy="75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5"/>
              </a:lnSpc>
              <a:spcBef>
                <a:spcPct val="0"/>
              </a:spcBef>
            </a:pPr>
            <a:r>
              <a:rPr lang="en-US" sz="2189">
                <a:solidFill>
                  <a:srgbClr val="FFFFFF">
                    <a:alpha val="60784"/>
                  </a:srgbClr>
                </a:solidFill>
                <a:latin typeface="Cardo"/>
                <a:ea typeface="Cardo"/>
                <a:cs typeface="Cardo"/>
                <a:sym typeface="Cardo"/>
              </a:rPr>
              <a:t>Buddh</a:t>
            </a:r>
            <a:r>
              <a:rPr lang="en-US" sz="2189">
                <a:solidFill>
                  <a:srgbClr val="FFFFFF">
                    <a:alpha val="60784"/>
                  </a:srgbClr>
                </a:solidFill>
                <a:latin typeface="Cardo"/>
                <a:ea typeface="Cardo"/>
                <a:cs typeface="Cardo"/>
                <a:sym typeface="Cardo"/>
              </a:rPr>
              <a:t>a</a:t>
            </a:r>
          </a:p>
          <a:p>
            <a:pPr algn="l" marL="0" indent="0" lvl="0">
              <a:lnSpc>
                <a:spcPts val="30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DAHJx1TKHA4</dc:identifier>
  <dcterms:modified xsi:type="dcterms:W3CDTF">2011-08-01T06:04:30Z</dcterms:modified>
  <cp:revision>1</cp:revision>
  <dc:title>Corpo &amp; mente</dc:title>
</cp:coreProperties>
</file>